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TASK 4: DASHBOARD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Superstore Sales &amp; Financial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Objective &amp; Dashboard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Create an interactive dashboard for business stakeholders.</a:t>
            </a:r>
          </a:p>
          <a:p>
            <a:pPr>
              <a:spcAft>
                <a:spcPts val="1000"/>
              </a:spcAft>
              <a:defRPr sz="1900"/>
            </a:pPr>
            <a:r>
              <a:t>• KPIs: Total Sales, Available Profit, Record Count and Average Sales per Record.</a:t>
            </a:r>
          </a:p>
          <a:p>
            <a:pPr>
              <a:spcAft>
                <a:spcPts val="1000"/>
              </a:spcAft>
              <a:defRPr sz="1900"/>
            </a:pPr>
            <a:r>
              <a:t>• Filters: Category, Region and Segment.</a:t>
            </a:r>
          </a:p>
          <a:p>
            <a:pPr>
              <a:spcAft>
                <a:spcPts val="1000"/>
              </a:spcAft>
              <a:defRPr sz="1900"/>
            </a:pPr>
            <a:r>
              <a:t>• Charts: Sales by Region, Category and Segment.</a:t>
            </a:r>
          </a:p>
          <a:p>
            <a:pPr>
              <a:spcAft>
                <a:spcPts val="1000"/>
              </a:spcAft>
              <a:defRPr sz="1900"/>
            </a:pPr>
            <a:r>
              <a:t>• Focus: simple visuals that support business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KPI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Based on the supplied CSV after structural cleaning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2514600" cy="1828800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TOTAL SALES</a:t>
            </a:r>
          </a:p>
          <a:p>
            <a:pPr algn="ctr">
              <a:defRPr sz="2300" b="1"/>
            </a:pPr>
            <a:r>
              <a:t>$2,207,388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2514600" cy="1828800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AVAILABLE PROFIT</a:t>
            </a:r>
          </a:p>
          <a:p>
            <a:pPr algn="ctr">
              <a:defRPr sz="2300" b="1"/>
            </a:pPr>
            <a:r>
              <a:t>$62,562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828800"/>
            <a:ext cx="2514600" cy="1828800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RECORDS</a:t>
            </a:r>
          </a:p>
          <a:p>
            <a:pPr algn="ctr">
              <a:defRPr sz="2300" b="1"/>
            </a:pPr>
            <a:r>
              <a:t>9,984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828800"/>
            <a:ext cx="2514600" cy="1828800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PROFIT ROWS</a:t>
            </a:r>
          </a:p>
          <a:p>
            <a:pPr algn="ctr">
              <a:defRPr sz="2300" b="1"/>
            </a:pPr>
            <a:r>
              <a:t>1,917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Regional Sales Performance</a:t>
            </a:r>
          </a:p>
        </p:txBody>
      </p:sp>
      <p:pic>
        <p:nvPicPr>
          <p:cNvPr id="3" name="Picture 2" descr="sales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675120" cy="3754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645920"/>
            <a:ext cx="4023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West is the largest sales region at approximately $722,243.</a:t>
            </a:r>
          </a:p>
          <a:p>
            <a:pPr>
              <a:spcAft>
                <a:spcPts val="1000"/>
              </a:spcAft>
              <a:defRPr sz="1700"/>
            </a:pPr>
            <a:r>
              <a:t>• East contributes approximately $592,194.</a:t>
            </a:r>
          </a:p>
          <a:p>
            <a:pPr>
              <a:spcAft>
                <a:spcPts val="1000"/>
              </a:spcAft>
              <a:defRPr sz="1700"/>
            </a:pPr>
            <a:r>
              <a:t>• Regional filters are available in the Excel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Category &amp; Segment Performance</a:t>
            </a:r>
          </a:p>
        </p:txBody>
      </p:sp>
      <p:pic>
        <p:nvPicPr>
          <p:cNvPr id="3" name="Picture 2" descr="sales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5577840" cy="3137535"/>
          </a:xfrm>
          <a:prstGeom prst="rect">
            <a:avLst/>
          </a:prstGeom>
        </p:spPr>
      </p:pic>
      <p:pic>
        <p:nvPicPr>
          <p:cNvPr id="4" name="Picture 3" descr="sales_se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486400" cy="3086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4864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• Technology leads category sales at about $813,992.</a:t>
            </a:r>
          </a:p>
          <a:p>
            <a:pPr>
              <a:spcAft>
                <a:spcPts val="1000"/>
              </a:spcAft>
              <a:defRPr sz="1400"/>
            </a:pPr>
            <a:r>
              <a:t>• Consumer is the largest customer segment by sales.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West is the strongest regional sales contributor.</a:t>
            </a:r>
          </a:p>
          <a:p>
            <a:pPr>
              <a:spcAft>
                <a:spcPts val="1000"/>
              </a:spcAft>
              <a:defRPr sz="1800"/>
            </a:pPr>
            <a:r>
              <a:t>• Technology is the highest-sales category and deserves strong inventory and cross-sell attention.</a:t>
            </a:r>
          </a:p>
          <a:p>
            <a:pPr>
              <a:spcAft>
                <a:spcPts val="1000"/>
              </a:spcAft>
              <a:defRPr sz="1800"/>
            </a:pPr>
            <a:r>
              <a:t>• Profit conclusions are directional because many Profit values are missing in the supplied CSV.</a:t>
            </a:r>
          </a:p>
          <a:p>
            <a:pPr>
              <a:spcAft>
                <a:spcPts val="1000"/>
              </a:spcAft>
              <a:defRPr sz="1800"/>
            </a:pPr>
            <a:r>
              <a:t>• A complete source should be used before making financial decisions based on profit.</a:t>
            </a:r>
          </a:p>
          <a:p>
            <a:pPr>
              <a:spcAft>
                <a:spcPts val="1000"/>
              </a:spcAft>
              <a:defRPr sz="1800"/>
            </a:pPr>
            <a:r>
              <a:t>• Discount-vs-profit analysis can be added once the complete Profit field is restored.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Data Quality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Raw file rows: 9,994; structurally repaired for dashboard use: 9,984.</a:t>
            </a:r>
          </a:p>
          <a:p>
            <a:pPr>
              <a:spcAft>
                <a:spcPts val="1000"/>
              </a:spcAft>
              <a:defRPr sz="1800"/>
            </a:pPr>
            <a:r>
              <a:t>• Rows not fully parsed: 10.</a:t>
            </a:r>
          </a:p>
          <a:p>
            <a:pPr>
              <a:spcAft>
                <a:spcPts val="1000"/>
              </a:spcAft>
              <a:defRPr sz="1800"/>
            </a:pPr>
            <a:r>
              <a:t>• Profit is populated for 1,917 parsed records.</a:t>
            </a:r>
          </a:p>
          <a:p>
            <a:pPr>
              <a:spcAft>
                <a:spcPts val="1000"/>
              </a:spcAft>
              <a:defRPr sz="1800"/>
            </a:pPr>
            <a:r>
              <a:t>• The supplied file has no Order Date, so a genuine time-series Growth KPI cannot be produced.</a:t>
            </a:r>
          </a:p>
          <a:p>
            <a:pPr>
              <a:spcAft>
                <a:spcPts val="1000"/>
              </a:spcAft>
              <a:defRPr sz="1800"/>
            </a:pPr>
            <a:r>
              <a:t>• Final step: restore the complete source data, add Order Date, and load the prepared table into Power BI/Tableau.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